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A5B4FC"/>
                </a:solidFill>
              </a:defRPr>
            </a:pPr>
            <a:r>
              <a:t>Keys &amp; Fret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AI-Powered Music Information Retrieval Engine</a:t>
            </a:r>
          </a:p>
          <a:p>
            <a:r>
              <a:t>Extract Chords, Keys &amp; Tabs from Any Song Instantly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A5B4FC"/>
                </a:solidFill>
              </a:defRPr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1. Problem Statement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2. The Solution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3. Key Features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4. Technology Stack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5. System Architecture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6. Pipeline &amp; Workflow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7. Future Implementations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8.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A5B4FC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Musicians, learners, and producers often struggle to figure out the chords, key, or fingerings of a song just by listening to it.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Traditional methods require trained ears and take a lot of time.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Existing tools are often expensive, lock features behind paywalls, or provide inaccurate chord charts.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There is a lack of real-time visual aids for playing along with the original audio.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A5B4FC"/>
                </a:solidFill>
              </a:defRPr>
            </a:pPr>
            <a:r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Keys &amp; Fret is a 100% free, fully local AI music theory engine. Simply paste any YouTube link, and the system will automatically: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1. Download and isolate the audio.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2. Use Digital Signal Processing (DSP) to analyze the frequencies.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3. Translate the musical data into Easy Chords, Guitar Tabs, and Piano Keys using AI.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4. Provide a stunning, interactive UI that syncs the exact chords to the music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A5B4FC"/>
                </a:solidFill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YouTube Integration: Direct ingestion via URL.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Instant Processing: Heavily optimized local DSP pipeline (processes songs in seconds).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AI Translation: Translates raw music theory into human-readable fingerings.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Interactive Visuals: Real-time visual feedback synchronized with the audio via Guitar Fretboard &amp; Piano Roll.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Premium UI: Dark mode, glassmorphism, and smooth micro-animations.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A5B4FC"/>
                </a:solidFill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Frontend (UI &amp; Visualization)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React 19, TypeScript, Vite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Tailwind CSS v4 + Custom Glassmorphism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Backend (API &amp; Processing)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Python, FastAPI, Uvicorn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yt-dlp &amp; FFmpeg (Audio pipeline)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Librosa &amp; NumPy (Digital Signal Processing)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AI &amp; LLM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Capgemini Generative Engine (openai.gpt-4o)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A5B4FC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1. Client (React): Handles user input and complex synchronized animations via HTML5 Audio and requestAnimationFrame.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2. API (FastAPI): Orchestrates the downloading, processing, and translation.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3. Audio Engine: yt-dlp fetches the stream, FFmpeg converts it to mono .wav.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4. DSP Engine: librosa extracts Chromagrams (STFT) and correlates them against 24 perfect chord matrices to build a timeline.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5. AI Translation: Maps raw chords to instrument fingerings using a static lookup table, with GPT-4o acting as a fallback.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A5B4FC"/>
                </a:solidFill>
              </a:defRPr>
            </a:pPr>
            <a:r>
              <a:t>Workflow /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1. Ingest: User submits YouTube URL.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2. Extract: Backend downloads audio as a .wav file.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3. Analyze: DSP engine determines the Global Key and slices audio into 2-second windows to extract raw chords.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4. Translate: Raw chords (e.g., C Maj) are translated into tabs (X32010) and piano keys (C-E-G).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5. Visualize: Frontend receives JSON payload, plays the audio, and uses an O(log n) binary search to sync the visualizer components perfectly in real-time.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A5B4FC"/>
                </a:solidFill>
              </a:defRPr>
            </a:pPr>
            <a:r>
              <a:t>Future Implementations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• Spotify / Apple Music Integration: Support for direct streaming links.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Advanced AI LLM Prompts: Better support for complex 7th, 9th, and diminished chords.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Audio Separation: Isolate vocals, drums, bass, and melody tracks using models like Spleeter or Demucs.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Export Options: Allow users to download the generated chord sheet as a PDF or MIDI file.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• User Accounts: Save favorite songs and track learning progress.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A5B4FC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t>Keys &amp; Fret bridges the gap between complex music theory and accessible learning.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By combining lightning-fast Digital Signal Processing (DSP) with modern AI translations and a highly responsive React frontend, it empowers musicians of all skill levels to learn and play any song on the internet, completely free of charge.</a:t>
            </a:r>
          </a:p>
          <a:p>
            <a:pPr>
              <a:defRPr sz="2200">
                <a:solidFill>
                  <a:srgbClr val="FFFFFF"/>
                </a:solidFill>
              </a:defRPr>
            </a:pP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